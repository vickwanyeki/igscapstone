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PHILOSOPHY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African Wisdom Meets Modern Cybersecurity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because we are" - A Framework for Collective Digital Defense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45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Ubuntu?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91440" cy="3200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Meaning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Ubuntu: "I am because we are"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African philosophy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interconnectedness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over individualism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humanity and compassion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4592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person is a person through other people." - Zulu proverb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45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in Practice: Traditional Communities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5544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Decision-Making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councils (baraza) where elders reach consensus for community benefit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55848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55448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93008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Resource Management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538728" y="29260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Communal grazing lands, water sources protected for all - 'harambee' spirit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54496" y="128016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155448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91656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Transfer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37376" y="29260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traditions ensure wisdom flows across generations - no knowledge hoarding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45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Modern Cybersecurity Crisis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solidFill>
            <a:srgbClr val="DC143C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Individualism: "Every person for themselves" creates vulnerability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22860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14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due to weak passwords - individuals don't share threat intel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2860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14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566160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attacks target small businesses who can't afford solo defense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2194560"/>
            <a:ext cx="22860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2468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14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035040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cybersecurity incidents traced to human error - isolated knowledge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Ubuntu-Inspired Cybersecurity Model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280160"/>
            <a:ext cx="731520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64592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Threat Intelligence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0" y="1417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breach data like village warnings - one person's attack teaches all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130552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130552"/>
            <a:ext cx="731520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130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645920" y="22219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Community-Based Security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0" y="22677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watch for networks - monitor each other's systems cooperatively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2980944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1520" y="2980944"/>
            <a:ext cx="731520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9809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645920" y="30723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Defense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114800" y="311810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oral knowledge transfer - security tools shared freely, improved collectively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1520" y="3831336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31520" y="3831336"/>
            <a:ext cx="731520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3831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1645920" y="392277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 Left Behind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114800" y="39684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link philosophy - train everyone, not just experts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45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Study: Ubuntu in Action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Kenya's M-Pesa Revolution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trust networks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system (local watchdogs)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via collective reporting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security responsibility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96% fraud prevention rate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28346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OS - Named after the philosophy, built on collaborative security patches and community vulnerability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45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in My Capstone Project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463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Disease Detection Model with Community Security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contribute images - collective knowledge grows stronger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24688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Defense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monitors for data poisoning attacks affecting all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Validation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farmers verify results - no single point of failure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56616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Threat Reporting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farm detects malicious input, all are alerted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451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Approaches to Cybersecurity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54864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WESTERN INDIVIDUALISM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person for themselves"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3774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tools - pay to play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Hoarding competitive advantage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Expert-only expensive solutions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incident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silos = blind spots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3840480" cy="5486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COLLECTIVISM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because we are"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23774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collaboration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threat intelligence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Community-accessible tools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incident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= collective strength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Implementing Ubuntu Security Today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280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Threat-Sharing Communities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8056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teams, bug bounty collectives, open forums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901952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933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1993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 to Open Source Security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19933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bugs, share patches, build together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615184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270662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37360" y="270662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Your Network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70662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users - collective awareness is collective defense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328416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34198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37360" y="34198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Mutual Aid Systems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34198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breached, share forensics so others can prepare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041648"/>
            <a:ext cx="73152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41330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37360" y="4133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Advocate for Collaborative Policy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4133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for regulations that reward information sharing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Baobab to Blockchain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1371600" y="2468880"/>
            <a:ext cx="6400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645920" y="265176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African wisdom holds the key to modern digital security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teaches: your security is my security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isn't about building higher walls - it's about building wider circles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defend the digital savanna, we must remember: we are because we defend together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"Umuntu ngumuntu ngabantu" - A person is a person through other people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Ubuntu Philosophy in Cybersecurity</dc:title>
  <dc:subject>PptxGenJS Presentation</dc:subject>
  <dc:creator>Computer Science Student</dc:creator>
  <cp:lastModifiedBy>Computer Science Student</cp:lastModifiedBy>
  <cp:revision>1</cp:revision>
  <dcterms:created xsi:type="dcterms:W3CDTF">2026-02-12T10:10:13Z</dcterms:created>
  <dcterms:modified xsi:type="dcterms:W3CDTF">2026-02-12T10:10:13Z</dcterms:modified>
</cp:coreProperties>
</file>