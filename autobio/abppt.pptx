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NANYUKI TO NYERI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 Through Fire, Code, and Self-Discovery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Autobiographical Journey of a Computer Science Student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Foundation: Nanyuki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73152" cy="3200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under Mount Kenya's shadow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rental house, tight-knit family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values &amp; discipline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Parents: master budget engineers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lesson: optimize limited resources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65760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82880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29260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resilience I use to debug code at 2 AM? Forged watching my parents work to exhaustion, then wake with renewed purpose.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St. Christopher's: The Cultural Laboratory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5544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Melting Pot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28346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English from expatriate kids on the playground, not just textbooks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55848" y="12801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55448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93008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Tech Fascination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493008" y="28346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William's PlayStation sparked curiosity about how systems work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54496" y="12801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155448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91656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Surveillance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391656" y="28346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 as teacher meant no place to hide - early lesson in accountability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Great Contrast: From Dust to Boarding School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 Primary (Class 4)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8404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Dusty floors, manual labor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firewood &amp; water daily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all badges - hollow victory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competition = no growth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Being top means nothing if the climb was easy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84048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Snowview Complex (Boarding)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8404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red uniform, metal box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Homesickness cured by perspective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Brendon, the 'trench coat detective'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#1 (409 marks)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new stream: 6 Tembo (Elephant)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Year of the Pause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2015: Scored 412/500 in Class 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Director's verdict: "Too young at 11. Repeat."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0175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Devastation turned to refinement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new rivals: Christine (Math wizard) &amp; Laureen (Social Studies expert)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calligraphy, upgraded discipline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KCPE: 401 marks - ticket to Meru School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4526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pause wasn't punishment - it was an OS upgrade"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Meru School: Trial by Fire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31520" y="128016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280160"/>
            <a:ext cx="118872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801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03120" y="137160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- pillow stolen Day 1. Principal enforced unpopular dress code.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10312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103120"/>
            <a:ext cx="1188720" cy="6858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103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 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103120" y="219456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dormitory burned. School closed 2 months.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29260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926080"/>
            <a:ext cx="1188720" cy="6858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9260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 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103120" y="301752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shattered. Tear gas. Closed 2 months.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1520" y="374904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1520" y="3749040"/>
            <a:ext cx="118872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37490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 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103120" y="384048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Woke to smoke in Koomenjoe Upper. Ceiling on fire. Entire dorm burned.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lessons: secure assets, adapt quickly, make allies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Academic Rollercoaster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54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(2018)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&gt; Study. Blamed 'the system'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37160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0" y="1554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(2019)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B-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926080" y="30175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Cheating ring with Wise &amp; Keffah. Lies for peace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554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Reset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tuition. Filled Form 1-2 gaps. Fell in love with Physics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137160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0" y="1554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(KCSE)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0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132320" y="30175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points. First honest grade in years. Pure redemption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DeKUT: The Rhombus Moment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31520" y="128016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440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 2022: Chose Nyeri over Nairobi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210312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lesson: identified a rhombus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C, fell for Python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Maurice - introduced to Elon Musk &amp; systems thinking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Comikaze manga platform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AI, Web Dev, Data Science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280160"/>
            <a:ext cx="3657600" cy="3108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91440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0" y="29260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wanted to be a hacker - not the criminal kind, but someone who understands systems so well they can make them do anything."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Finding My Lane: Cybersecurity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97280" y="15544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2025: Joined Advent of Cyber on TryHackMe - felt the rush again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14400" y="2743200"/>
            <a:ext cx="22860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5156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Cybersecurity?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33832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write code. But finding cracks in armor? That's human intuition.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2743200"/>
            <a:ext cx="22860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2044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Toolkit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520440" y="33832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experience = understand web exploits. AI days = adversarial ML. Python/C = script analysis.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52160" y="2743200"/>
            <a:ext cx="22860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8932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89320" y="33832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 detection model - but now analyzing: How to poison data? Crash the server?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7315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Zero-Day Exploit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371600" y="2560320"/>
            <a:ext cx="6400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645920" y="2743200"/>
            <a:ext cx="5852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curious boy breaking toys in Nanyuki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4th year CS student who survived fires, strikes &amp; self-doubt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'failure' was a zero-day - unexpected, but a training ground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stepping into Offensive Security with survivor's 'max aura'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Status: Online  |  Next Command: ./execute_future.sh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Nanyuki to Nyeri: A Journey in Code</dc:title>
  <dc:subject>PptxGenJS Presentation</dc:subject>
  <dc:creator>Computer Science Student</dc:creator>
  <cp:lastModifiedBy>Computer Science Student</cp:lastModifiedBy>
  <cp:revision>1</cp:revision>
  <dcterms:created xsi:type="dcterms:W3CDTF">2026-02-12T09:50:17Z</dcterms:created>
  <dcterms:modified xsi:type="dcterms:W3CDTF">2026-02-12T09:50:17Z</dcterms:modified>
</cp:coreProperties>
</file>